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KEMENTERIAN LINGKUNGAN HIDUP / BPLH • DIREKTORAT PENYELENGGARAAN SDA BERKELANJUTAN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</a:defRPr>
            </a:pPr>
            <a:r>
              <a:t>Matriks Komparasi Data Raster vs GDB Vektor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Visualisasi dan evaluasi spasial Kelas Jasa Lingkungan Hidup (JLH) pada seluruh tema fungsi ekosistem daratan.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KEMENTERIAN LINGKUNGAN HIDUP / BPLH • DIREKTORAT PENYELENGGARAAN SDA BERKELANJUTAN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Matriks Perbandingan: PGA (Pengaturan Air / Water Regulation)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371600"/>
                <a:gridCol w="1188720"/>
                <a:gridCol w="1371600"/>
                <a:gridCol w="1188720"/>
                <a:gridCol w="1463040"/>
                <a:gridCol w="1490472"/>
              </a:tblGrid>
              <a:tr h="548640"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 anchor="ctr">
                    <a:solidFill>
                      <a:srgbClr val="4755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RASTER (0.5m)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GDB VEKTOR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SELISIH (RASTER - VEKTOR)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Kelas JLH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Raster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Vektor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Luas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1.0–1.8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29.073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8.993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0,21%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+20.080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+0,45%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45309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1.8–2.6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357.572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8,16%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309.061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7,33%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+48.511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+0,83%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854D0E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2.6–3.4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1.149.438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26,24%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1.751.883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41,57%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-602.445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-15,33%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3.4–4.2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733.377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16,74%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716.062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16,99%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+17.315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-0,25%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4.2–5.0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2.110.935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48,19%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1.427.814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33,88%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+683.121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+14,31%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TOTAL DARATAN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4.380.394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4.213.812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+166.582 Ha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*Ha = Hektar | JLH = Jasa Lingkungan Hidup | Desain Presentasi Standar KLH-BPLH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KEMENTERIAN LINGKUNGAN HIDUP / BPLH • DIREKTORAT PENYELENGGARAAN SDA BERKELANJUTAN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Matriks Perbandingan: PYA (Penyedia Air Bersih / Water Provisioning)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371600"/>
                <a:gridCol w="1188720"/>
                <a:gridCol w="1371600"/>
                <a:gridCol w="1188720"/>
                <a:gridCol w="1463040"/>
                <a:gridCol w="1490472"/>
              </a:tblGrid>
              <a:tr h="548640"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 anchor="ctr">
                    <a:solidFill>
                      <a:srgbClr val="4755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RASTER (0.5m)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GDB VEKTOR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SELISIH (RASTER - VEKTOR)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Kelas JLH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Raster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Vektor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Luas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1.0–1.8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92.956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2,12%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46.574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1,11%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+46.382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+1,01%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45309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1.8–2.6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891.305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20,35%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2.364.620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56,12%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-1.473.315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-35,77%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854D0E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2.6–3.4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3.113.503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71,08%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1.749.860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41,53%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+1.363.643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+29,55%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3.4–4.2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240.258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5,48%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17.717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0,42%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+222.541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+5,06%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4.2–5.0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42.372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0,97%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35.041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+7.331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+0,14%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TOTAL DARATAN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4.380.394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4.213.812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+166.582 Ha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*Ha = Hektar | JLH = Jasa Lingkungan Hidup | Desain Presentasi Standar KLH-BPLH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KEMENTERIAN LINGKUNGAN HIDUP / BPLH • DIREKTORAT PENYELENGGARAAN SDA BERKELANJUTAN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Matriks Perbandingan: PGN (Penyedia Pangan / Food Provisioning)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371600"/>
                <a:gridCol w="1188720"/>
                <a:gridCol w="1371600"/>
                <a:gridCol w="1188720"/>
                <a:gridCol w="1463040"/>
                <a:gridCol w="1490472"/>
              </a:tblGrid>
              <a:tr h="548640"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 anchor="ctr">
                    <a:solidFill>
                      <a:srgbClr val="4755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RASTER (0.5m)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GDB VEKTOR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SELISIH (RASTER - VEKTOR)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Kelas JLH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Raster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Vektor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Luas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1.0–1.8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38.670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26.376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+12.294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+0,25%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45309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1.8–2.6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307.563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7,02%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113.411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2,69%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+194.152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+4,33%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854D0E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2.6–3.4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671.672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15,33%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2.200.546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52,22%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-1.528.874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-36,89%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3.4–4.2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3.191.533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72,86%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1.641.998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38,97%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+1.549.535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+33,89%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4.2–5.0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170.956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3,90%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231.482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5,49%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-60.526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-1,59%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TOTAL DARATAN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4.380.394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4.213.812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+166.582 Ha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*Ha = Hektar | JLH = Jasa Lingkungan Hidup | Desain Presentasi Standar KLH-BPLH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KEMENTERIAN LINGKUNGAN HIDUP / BPLH • DIREKTORAT PENYELENGGARAAN SDA BERKELANJUTAN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Matriks Perbandingan: PKU (Pengatur Kualitas Udara / Air Quality)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371600"/>
                <a:gridCol w="1188720"/>
                <a:gridCol w="1371600"/>
                <a:gridCol w="1188720"/>
                <a:gridCol w="1463040"/>
                <a:gridCol w="1490472"/>
              </a:tblGrid>
              <a:tr h="548640"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 anchor="ctr">
                    <a:solidFill>
                      <a:srgbClr val="4755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RASTER (0.5m)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GDB VEKTOR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SELISIH (RASTER - VEKTOR)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Kelas JLH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Raster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Vektor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Luas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1.0–1.8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6.840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+6.840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+0,16%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45309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1.8–2.6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44.263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1,01%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22.878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0,54%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+21.385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+0,47%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854D0E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2.6–3.4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519.845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11,87%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1.627.534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38,62%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-1.107.689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-26,75%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3.4–4.2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938.705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21,43%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621.939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14,76%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+316.766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+6,67%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4.2–5.0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2.870.741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65,54%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1.941.460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46,07%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+929.281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+19,47%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TOTAL DARATAN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4.380.394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4.213.812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+166.582 Ha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*Ha = Hektar | JLH = Jasa Lingkungan Hidup | Desain Presentasi Standar KLH-BPLH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KEMENTERIAN LINGKUNGAN HIDUP / BPLH • DIREKTORAT PENYELENGGARAAN SDA BERKELANJUTAN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Matriks Perbandingan: PHK (Habitat &amp; Keanekaragaman Hayati)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371600"/>
                <a:gridCol w="1188720"/>
                <a:gridCol w="1371600"/>
                <a:gridCol w="1188720"/>
                <a:gridCol w="1463040"/>
                <a:gridCol w="1490472"/>
              </a:tblGrid>
              <a:tr h="548640"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 anchor="ctr">
                    <a:solidFill>
                      <a:srgbClr val="4755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RASTER (0.5m)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GDB VEKTOR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GDB (DENGAN KK)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Kelas JLH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Rast 0.5m (Alami)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Rast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GDB (Alami)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Alami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GDB (dengan KK)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KK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1.0–1.8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184.683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4,22%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116.052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2,75%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87.636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2,08%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45309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1.8–2.6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769.738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17,57%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1.411.072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33,49%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1.397.909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33,17%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854D0E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2.6–3.4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700.684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16,00%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1.069.286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25,38%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806.200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19,13%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3.4–4.2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1.363.216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31,12%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1.401.481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33,26%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342.660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8,13%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4.2–5.0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1.362.073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31,09%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215.922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5,12%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1.579.407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37,48%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TOTAL DARATAN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4.380.394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4.213.812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4.213.812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*Ha = Hektar | JLH = Jasa Lingkungan Hidup | Desain Presentasi Standar KLH-BPLH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KEMENTERIAN LINGKUNGAN HIDUP / BPLH • DIREKTORAT PENYELENGGARAAN SDA BERKELANJUTAN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Matriks Perbandingan: PPK (Penyerap &amp; Penyimpan Karbon)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371600"/>
                <a:gridCol w="1188720"/>
                <a:gridCol w="1371600"/>
                <a:gridCol w="1188720"/>
                <a:gridCol w="1463040"/>
                <a:gridCol w="1490472"/>
              </a:tblGrid>
              <a:tr h="548640"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 anchor="ctr">
                    <a:solidFill>
                      <a:srgbClr val="4755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RASTER (0.5m)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GDB VEKTOR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SELISIH (RASTER - VEKTOR)</a:t>
                      </a:r>
                    </a:p>
                  </a:txBody>
                  <a:tcPr anchor="ctr">
                    <a:solidFill>
                      <a:srgbClr val="3341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Kelas JLH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Skor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Raster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Luas (Ha)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% Vektor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Luas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00">
                          <a:solidFill>
                            <a:srgbClr val="334155"/>
                          </a:solidFill>
                        </a:defRPr>
                      </a:pPr>
                      <a:r>
                        <a:t>Selisih 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1.0–1.8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134.381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3,07%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144.213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3,42%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-9.832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-0,35%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B45309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1.8–2.6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639.492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14,60%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2.116.121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50,22%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-1.476.629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-35,62%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854D0E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2.6–3.4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930.350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21,24%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101.914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2,42%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+828.436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+18,82%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3.4–4.2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170.338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3,89%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640.778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15,21%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-470.440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-11,32%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4.2–5.0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2.505.834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57,21%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1.210.786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28,73%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+1.295.048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5803D"/>
                          </a:solidFill>
                        </a:defRPr>
                      </a:pPr>
                      <a:r>
                        <a:t>+28,48%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TOTAL DARATAN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4.380.394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4.213.812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+166.582 Ha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*Ha = Hektar | JLH = Jasa Lingkungan Hidup | Desain Presentasi Standar KLH-BPLH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