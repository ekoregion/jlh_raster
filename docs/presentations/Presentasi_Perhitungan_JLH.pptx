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/>
  <p:sldIdLst>
    <p:sldId id="256" r:id="rId1"/>
    <p:sldId id="257" r:id="rId2"/>
    <p:sldId id="258" r:id="rId3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
</Relationships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image" Target="../media/image1.jpg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image" Target="../media/image2.jpg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image" Target="../media/image3.jp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SlideImage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SlideImage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SlideImage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